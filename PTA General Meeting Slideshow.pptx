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Source</c:v>
                </c:pt>
              </c:strCache>
            </c:strRef>
          </c:tx>
          <c:spPr>
            <a:solidFill>
              <a:srgbClr val="E26A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4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6A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B8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8C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A8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3F8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Fall Carnival</c:v>
                  </c:pt>
                  <c:pt idx="1">
                    <c:v>Book Fair</c:v>
                  </c:pt>
                  <c:pt idx="2">
                    <c:v>Annual Fund</c:v>
                  </c:pt>
                  <c:pt idx="3">
                    <c:v>Grants</c:v>
                  </c:pt>
                  <c:pt idx="4">
                    <c:v>Membership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3200</c:v>
                </c:pt>
                <c:pt idx="1">
                  <c:v>1800</c:v>
                </c:pt>
                <c:pt idx="2">
                  <c:v>4500</c:v>
                </c:pt>
                <c:pt idx="3">
                  <c:v>1200</c:v>
                </c:pt>
                <c:pt idx="4">
                  <c:v>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4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DF8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9492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5079492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5079492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5079492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5079492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5079492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5079492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5079492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274320"/>
            <a:ext cx="548640" cy="548640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5240" y="274320"/>
            <a:ext cx="548640" cy="548640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932688"/>
            <a:ext cx="548640" cy="548640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5240" y="932688"/>
            <a:ext cx="548640" cy="548640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591056"/>
            <a:ext cx="548640" cy="548640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1591056"/>
            <a:ext cx="548640" cy="548640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86868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Monroe Elementary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502920" y="1709928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2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PTA</a:t>
            </a:r>
            <a:endParaRPr lang="en-US" sz="4600" dirty="0"/>
          </a:p>
        </p:txBody>
      </p:sp>
      <p:sp>
        <p:nvSpPr>
          <p:cNvPr id="18" name="Shape 16"/>
          <p:cNvSpPr/>
          <p:nvPr/>
        </p:nvSpPr>
        <p:spPr>
          <a:xfrm>
            <a:off x="502920" y="2624328"/>
            <a:ext cx="3200400" cy="36576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61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Meeting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3200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  ·  [Time]  ·  [Location]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[School Year]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02920" y="886968"/>
            <a:ext cx="3913632" cy="402336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886968"/>
            <a:ext cx="64008" cy="402336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88696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886968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Order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18304" y="886968"/>
            <a:ext cx="3913632" cy="402336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18304" y="886968"/>
            <a:ext cx="64008" cy="402336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88696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66944" y="886968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Reports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1380744"/>
            <a:ext cx="3913632" cy="402336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1380744"/>
            <a:ext cx="64008" cy="402336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138074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1380744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of Minutes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18304" y="1380744"/>
            <a:ext cx="3913632" cy="402336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1380744"/>
            <a:ext cx="64008" cy="402336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38074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8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66944" y="1380744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Business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1874520"/>
            <a:ext cx="3913632" cy="402336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1874520"/>
            <a:ext cx="64008" cy="402336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187452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3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" y="1874520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Treasurer's Report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18304" y="1874520"/>
            <a:ext cx="3913632" cy="402336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18304" y="1874520"/>
            <a:ext cx="64008" cy="402336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87452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66944" y="1874520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Business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" y="2368296"/>
            <a:ext cx="3913632" cy="402336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368296"/>
            <a:ext cx="64008" cy="402336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236829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51560" y="2368296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Principal's Report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18304" y="2368296"/>
            <a:ext cx="3913632" cy="402336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18304" y="2368296"/>
            <a:ext cx="64008" cy="402336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236829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66944" y="2368296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Events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02920" y="2862072"/>
            <a:ext cx="3913632" cy="402336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02920" y="2862072"/>
            <a:ext cx="64008" cy="402336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" y="286207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51560" y="2862072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Opportunities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718304" y="2862072"/>
            <a:ext cx="3913632" cy="402336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18304" y="2862072"/>
            <a:ext cx="64008" cy="402336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286207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66944" y="2862072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Forum / Q&amp;A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02920" y="3355848"/>
            <a:ext cx="3913632" cy="402336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02920" y="3355848"/>
            <a:ext cx="64008" cy="402336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" y="335584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8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51560" y="3355848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Fundraiser Update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718304" y="3355848"/>
            <a:ext cx="3913632" cy="402336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18304" y="3355848"/>
            <a:ext cx="64008" cy="402336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335584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3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266944" y="3355848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 &amp; Adjournment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D8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9492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5079492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5079492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5079492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5079492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5079492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5079492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5079492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-73152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1828800"/>
            <a:ext cx="2560320" cy="2560320"/>
          </a:xfrm>
          <a:prstGeom prst="ellipse">
            <a:avLst/>
          </a:prstGeom>
          <a:solidFill>
            <a:srgbClr val="F0A82E">
              <a:alpha val="22000"/>
            </a:srgbClr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7772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Welcome,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02920" y="16002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0A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Monroe Families!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502920" y="2606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glad you're here. Your voice matters.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sign in at the attendance table.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to Order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02920" y="914400"/>
            <a:ext cx="3840480" cy="3566160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914400"/>
            <a:ext cx="3840480" cy="420624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9144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Details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14356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1435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8928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1892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3500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2350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[Location]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8072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to order at: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2644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present: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3264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7216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Quorum: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3721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/ No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914400"/>
            <a:ext cx="3977640" cy="3566160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914400"/>
            <a:ext cx="3977640" cy="420624"/>
          </a:xfrm>
          <a:prstGeom prst="rect">
            <a:avLst/>
          </a:prstGeom>
          <a:solidFill>
            <a:srgbClr val="1A1410"/>
          </a:solidFill>
          <a:ln w="12700">
            <a:solidFill>
              <a:srgbClr val="1A14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9144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Officers Present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148132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President: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17282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148132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/ Co-President: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17282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223113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Secretary: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2478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223113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Treasurer: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20840" y="2478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298094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227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0840" y="298094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3227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of Previous Minutes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86400" y="27432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0" dirty="0">
                <a:solidFill>
                  <a:srgbClr val="DDD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2000" dirty="0"/>
          </a:p>
        </p:txBody>
      </p:sp>
      <p:sp>
        <p:nvSpPr>
          <p:cNvPr id="12" name="Shape 10"/>
          <p:cNvSpPr/>
          <p:nvPr/>
        </p:nvSpPr>
        <p:spPr>
          <a:xfrm>
            <a:off x="502920" y="960120"/>
            <a:ext cx="5394960" cy="1828800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960120"/>
            <a:ext cx="82296" cy="1828800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0515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from: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3898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[Date of previous meeting]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19202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by: [name]                  Seconded by: [name]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17830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4D8C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38328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8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68880" y="3383280"/>
            <a:ext cx="17830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F0A8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0" y="338328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with corrections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34840" y="3383280"/>
            <a:ext cx="17830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6666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26280" y="338328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Treasurer's Report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02920" y="868680"/>
            <a:ext cx="18745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BB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868680"/>
            <a:ext cx="1874520" cy="73152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005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Balance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12984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$[amt]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496312" y="868680"/>
            <a:ext cx="18745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D8C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96312" y="868680"/>
            <a:ext cx="1874520" cy="73152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1005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YTD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87752" y="12984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8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$[amt]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489704" y="868680"/>
            <a:ext cx="18745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6A1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9704" y="868680"/>
            <a:ext cx="1874520" cy="73152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81144" y="1005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Expenses YTD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81144" y="12984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$[amt]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483096" y="868680"/>
            <a:ext cx="18745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F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83096" y="868680"/>
            <a:ext cx="1874520" cy="73152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74536" y="1005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Balance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74536" y="12984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F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$[amt]</a:t>
            </a:r>
            <a:endParaRPr lang="en-US" sz="24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02920" y="2331720"/>
          <a:ext cx="82296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50292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— update with actual figures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Principal's Report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02920" y="914400"/>
            <a:ext cx="1892808" cy="1508760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98755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23444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[#]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94360" y="192024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87168" y="914400"/>
            <a:ext cx="1892808" cy="1508760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78608" y="98755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78608" y="123444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[%]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578608" y="192024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month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71416" y="914400"/>
            <a:ext cx="1892808" cy="1508760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62856" y="98755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Count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62856" y="123444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[#]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562856" y="192024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 &amp; staff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55664" y="914400"/>
            <a:ext cx="1892808" cy="1508760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47104" y="98755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This Term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47104" y="123444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[#]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547104" y="192024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2606040"/>
            <a:ext cx="8229600" cy="2176272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606040"/>
            <a:ext cx="73152" cy="2176272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&amp; Notes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" y="3090672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[Principal adds highlights here — school news, recognitions, upcoming plans]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Committee Reports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02920" y="9601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6A1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960120"/>
            <a:ext cx="2651760" cy="420624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9601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&amp; Programs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1435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[Reporter name]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719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[Report notes and updates here]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9601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D8C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960120"/>
            <a:ext cx="2651760" cy="420624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9601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1435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[Reporter name]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1719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[Report notes and updates here]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9601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B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960120"/>
            <a:ext cx="2651760" cy="420624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9601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1435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[Reporter name]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719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[Report notes and updates here]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2670048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8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670048"/>
            <a:ext cx="2651760" cy="420624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6700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3145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[Reporter name]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42900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[Report notes and updates here]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7560" y="2670048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3A6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37560" y="2670048"/>
            <a:ext cx="2651760" cy="420624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26700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Support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29000" y="3145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[Reporter name]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29000" y="342900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[Report notes and updates here]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2670048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F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2670048"/>
            <a:ext cx="2651760" cy="420624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6700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Outreach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3145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[Reporter name]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63640" y="342900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[Report notes and updates here]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Old Business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02920" y="896112"/>
            <a:ext cx="201168" cy="201168"/>
          </a:xfrm>
          <a:prstGeom prst="ellipse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850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896112"/>
            <a:ext cx="201168" cy="201168"/>
          </a:xfrm>
          <a:prstGeom prst="ellipse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850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896112"/>
            <a:ext cx="201168" cy="201168"/>
          </a:xfrm>
          <a:prstGeom prst="ellipse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850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1298448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1481328"/>
            <a:ext cx="201168" cy="201168"/>
          </a:xfrm>
          <a:prstGeom prst="ellipse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129844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Carnival planning update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129844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[Notes]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1975104"/>
            <a:ext cx="822960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2157984"/>
            <a:ext cx="201168" cy="201168"/>
          </a:xfrm>
          <a:prstGeom prst="ellipse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1975104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Playground improvement project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197510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[Notes]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2651760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2834640"/>
            <a:ext cx="201168" cy="201168"/>
          </a:xfrm>
          <a:prstGeom prst="ellipse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265176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After-school program expansion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26517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[Notes]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328416"/>
            <a:ext cx="822960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" y="3511296"/>
            <a:ext cx="201168" cy="201168"/>
          </a:xfrm>
          <a:prstGeom prst="ellipse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3328416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resource fair coordination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332841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[Notes]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4005072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" y="4187952"/>
            <a:ext cx="201168" cy="201168"/>
          </a:xfrm>
          <a:prstGeom prst="ellipse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400507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appreciation event planning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95160" y="400507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[Notes]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26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9492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5079492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5079492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5079492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5079492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5079492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5079492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5079492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8872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Business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Decisions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Business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02920" y="1005840"/>
            <a:ext cx="82296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005840"/>
            <a:ext cx="73152" cy="111556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078992"/>
            <a:ext cx="594360" cy="594360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109728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[New Business Item 1]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15544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[Presenter / context — who is bringing this forward and brief background]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286000"/>
            <a:ext cx="82296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286000"/>
            <a:ext cx="73152" cy="111556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359152"/>
            <a:ext cx="594360" cy="594360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3591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237744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[New Business Item 2]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28346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[Presenter / context]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566160"/>
            <a:ext cx="82296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566160"/>
            <a:ext cx="73152" cy="111556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639312"/>
            <a:ext cx="594360" cy="594360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639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365760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[New Business Item 3]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41148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[Presenter / context]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D8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9492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5079492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5079492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5079492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5079492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5079492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5079492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5079492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8872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Upcoming Events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your calendars!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Upcoming Events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1005840" y="914400"/>
            <a:ext cx="914400" cy="914400"/>
          </a:xfrm>
          <a:prstGeom prst="ellipse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965960"/>
            <a:ext cx="1920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6A1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965960"/>
            <a:ext cx="192024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0848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[Event Name]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2926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 · Location]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337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[Details &amp; RSVP info]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914400"/>
            <a:ext cx="914400" cy="914400"/>
          </a:xfrm>
          <a:prstGeom prst="ellipse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06040" y="1965960"/>
            <a:ext cx="1920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B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06040" y="1965960"/>
            <a:ext cx="192024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20848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[Event Name]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97480" y="2926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 · Location]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97480" y="3337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[Details &amp; RSVP info]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12080" y="914400"/>
            <a:ext cx="914400" cy="914400"/>
          </a:xfrm>
          <a:prstGeom prst="ellipse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1965960"/>
            <a:ext cx="1920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D8C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965960"/>
            <a:ext cx="192024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0848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[Event Name]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00600" y="2926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 · Location]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3337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[Details &amp; RSVP info]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0" y="914400"/>
            <a:ext cx="914400" cy="914400"/>
          </a:xfrm>
          <a:prstGeom prst="ellipse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12280" y="1965960"/>
            <a:ext cx="1920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F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12280" y="1965960"/>
            <a:ext cx="192024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20848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[Event Name]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2926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 · Location]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03720" y="3337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[Details &amp; RSVP info]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Volunteer Opportunities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02920" y="987552"/>
            <a:ext cx="82296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987552"/>
            <a:ext cx="73152" cy="111556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03720" y="1152144"/>
            <a:ext cx="1691640" cy="365760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1521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spots open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07899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Setup &amp; Teardown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153619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set up and break down for school events. Flexible scheduling — sign up for one event or many!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249424"/>
            <a:ext cx="82296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249424"/>
            <a:ext cx="73152" cy="111556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2414016"/>
            <a:ext cx="1691640" cy="365760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4140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spots open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234086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Reading Support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279806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one-on-one with students once a week. Background check required. Training provided.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511296"/>
            <a:ext cx="82296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511296"/>
            <a:ext cx="73152" cy="111556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3675888"/>
            <a:ext cx="1691640" cy="365760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6758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360273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&amp; Outreach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405993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us reach multilingual families. Mandarin, Spanish, and Cantonese speakers especially welcome.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at the table  ·  volunteering@monroepta.org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Fundraiser Update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02920" y="868680"/>
            <a:ext cx="2651760" cy="1508760"/>
          </a:xfrm>
          <a:prstGeom prst="rect">
            <a:avLst/>
          </a:prstGeom>
          <a:solidFill>
            <a:srgbClr val="F5EDE0"/>
          </a:solidFill>
          <a:ln w="19050">
            <a:solidFill>
              <a:srgbClr val="6666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868680"/>
            <a:ext cx="2651760" cy="7315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024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134416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$[goal]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3383280" y="868680"/>
            <a:ext cx="2651760" cy="1508760"/>
          </a:xfrm>
          <a:prstGeom prst="rect">
            <a:avLst/>
          </a:prstGeom>
          <a:solidFill>
            <a:srgbClr val="F5EDE0"/>
          </a:solidFill>
          <a:ln w="19050">
            <a:solidFill>
              <a:srgbClr val="4D8C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868680"/>
            <a:ext cx="2651760" cy="73152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024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SO FAR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134416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8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$[amt]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263640" y="868680"/>
            <a:ext cx="2651760" cy="1508760"/>
          </a:xfrm>
          <a:prstGeom prst="rect">
            <a:avLst/>
          </a:prstGeom>
          <a:solidFill>
            <a:srgbClr val="F5EDE0"/>
          </a:solidFill>
          <a:ln w="19050">
            <a:solidFill>
              <a:srgbClr val="E26A1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868680"/>
            <a:ext cx="2651760" cy="73152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024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COMPLETE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134416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2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[#]%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02920" y="2578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toward goal: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2926080"/>
            <a:ext cx="8229600" cy="38404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926080"/>
            <a:ext cx="5029200" cy="38404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8803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D8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[Update %]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funds will be used: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[Describe how raised funds will benefit students and school programs]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C3F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9492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5079492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5079492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5079492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5079492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5079492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5079492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5079492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8872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Forum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voice matters — questions, comments, and ideas welcome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Forum / Q&amp;A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02920" y="914400"/>
            <a:ext cx="3931920" cy="3657600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914400"/>
            <a:ext cx="3931920" cy="420624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9144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Guidelines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1508760"/>
            <a:ext cx="201168" cy="201168"/>
          </a:xfrm>
          <a:prstGeom prst="ellipse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1463040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hand to speak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1984248"/>
            <a:ext cx="201168" cy="201168"/>
          </a:xfrm>
          <a:prstGeom prst="ellipse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1938528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your name and child's grade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2459736"/>
            <a:ext cx="201168" cy="201168"/>
          </a:xfrm>
          <a:prstGeom prst="ellipse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414016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comments to 2 minutes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935224"/>
            <a:ext cx="201168" cy="201168"/>
          </a:xfrm>
          <a:prstGeom prst="ellipse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889504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on meeting topics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410712"/>
            <a:ext cx="201168" cy="201168"/>
          </a:xfrm>
          <a:prstGeom prst="ellipse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364992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all community members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3886200"/>
            <a:ext cx="201168" cy="201168"/>
          </a:xfrm>
          <a:prstGeom prst="ellipse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840480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details via ParentSquare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914400"/>
            <a:ext cx="39776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914400"/>
            <a:ext cx="3977640" cy="420624"/>
          </a:xfrm>
          <a:prstGeom prst="rect">
            <a:avLst/>
          </a:prstGeom>
          <a:solidFill>
            <a:srgbClr val="1A1410"/>
          </a:solidFill>
          <a:ln w="12700">
            <a:solidFill>
              <a:srgbClr val="1A14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9144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Facilitated By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14447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[Moderator name / role]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00600" y="1993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2395728"/>
            <a:ext cx="356616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834640"/>
            <a:ext cx="356616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3273552"/>
            <a:ext cx="356616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712464"/>
            <a:ext cx="356616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4151376"/>
            <a:ext cx="356616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Items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02920" y="914400"/>
            <a:ext cx="4709160" cy="420624"/>
          </a:xfrm>
          <a:prstGeom prst="rect">
            <a:avLst/>
          </a:prstGeom>
          <a:solidFill>
            <a:srgbClr val="1A1410"/>
          </a:solidFill>
          <a:ln w="12700">
            <a:solidFill>
              <a:srgbClr val="1A14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914400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914400"/>
            <a:ext cx="1920240" cy="420624"/>
          </a:xfrm>
          <a:prstGeom prst="rect">
            <a:avLst/>
          </a:prstGeom>
          <a:solidFill>
            <a:srgbClr val="1A1410"/>
          </a:solidFill>
          <a:ln w="12700">
            <a:solidFill>
              <a:srgbClr val="1A14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9144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0" y="914400"/>
            <a:ext cx="1600200" cy="420624"/>
          </a:xfrm>
          <a:prstGeom prst="rect">
            <a:avLst/>
          </a:prstGeom>
          <a:solidFill>
            <a:srgbClr val="1A1410"/>
          </a:solidFill>
          <a:ln w="12700">
            <a:solidFill>
              <a:srgbClr val="1A14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91440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1335024"/>
            <a:ext cx="4709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1335024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1335024"/>
            <a:ext cx="1600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1335024"/>
            <a:ext cx="54864" cy="548640"/>
          </a:xfrm>
          <a:prstGeom prst="rect">
            <a:avLst/>
          </a:prstGeom>
          <a:solidFill>
            <a:srgbClr val="E26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901952"/>
            <a:ext cx="4709160" cy="548640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901952"/>
            <a:ext cx="1920240" cy="548640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1901952"/>
            <a:ext cx="1600200" cy="548640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1901952"/>
            <a:ext cx="54864" cy="548640"/>
          </a:xfrm>
          <a:prstGeom prst="rect">
            <a:avLst/>
          </a:prstGeom>
          <a:solidFill>
            <a:srgbClr val="2BB8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468880"/>
            <a:ext cx="4709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246888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2468880"/>
            <a:ext cx="1600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468880"/>
            <a:ext cx="54864" cy="548640"/>
          </a:xfrm>
          <a:prstGeom prst="rect">
            <a:avLst/>
          </a:prstGeom>
          <a:solidFill>
            <a:srgbClr val="4D8C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035808"/>
            <a:ext cx="4709160" cy="548640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0" y="3035808"/>
            <a:ext cx="1920240" cy="548640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0" y="3035808"/>
            <a:ext cx="1600200" cy="548640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035808"/>
            <a:ext cx="54864" cy="548640"/>
          </a:xfrm>
          <a:prstGeom prst="rect">
            <a:avLst/>
          </a:prstGeom>
          <a:solidFill>
            <a:srgbClr val="F0A8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602736"/>
            <a:ext cx="4709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3602736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3602736"/>
            <a:ext cx="1600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3602736"/>
            <a:ext cx="54864" cy="548640"/>
          </a:xfrm>
          <a:prstGeom prst="rect">
            <a:avLst/>
          </a:prstGeom>
          <a:solidFill>
            <a:srgbClr val="7C3F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169664"/>
            <a:ext cx="4709160" cy="548640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12080" y="4169664"/>
            <a:ext cx="1920240" cy="548640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0" y="4169664"/>
            <a:ext cx="1600200" cy="548640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4169664"/>
            <a:ext cx="54864" cy="548640"/>
          </a:xfrm>
          <a:prstGeom prst="rect">
            <a:avLst/>
          </a:prstGeom>
          <a:solidFill>
            <a:srgbClr val="D83A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action list will be sent via ParentSquare after the meeting.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9492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5079492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5079492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5079492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5079492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5079492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5079492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5079492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383280"/>
            <a:ext cx="548640" cy="548640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383280"/>
            <a:ext cx="548640" cy="548640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3383280"/>
            <a:ext cx="548640" cy="548640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4023360"/>
            <a:ext cx="548640" cy="548640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4023360"/>
            <a:ext cx="548640" cy="548640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3080" y="4023360"/>
            <a:ext cx="548640" cy="548640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You,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502920" y="1554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E2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Monroe Families!</a:t>
            </a:r>
            <a:endParaRPr lang="en-US" sz="5000" dirty="0"/>
          </a:p>
        </p:txBody>
      </p:sp>
      <p:sp>
        <p:nvSpPr>
          <p:cNvPr id="18" name="Shape 16"/>
          <p:cNvSpPr/>
          <p:nvPr/>
        </p:nvSpPr>
        <p:spPr>
          <a:xfrm>
            <a:off x="502920" y="2496312"/>
            <a:ext cx="3200400" cy="36576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adjourned at [time] — see you next time!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30906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contact@monroepta.org  ·  monroepta.org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64008"/>
          </a:xfrm>
          <a:prstGeom prst="rect">
            <a:avLst/>
          </a:prstGeom>
          <a:solidFill>
            <a:srgbClr val="7C3F88"/>
          </a:solidFill>
          <a:ln w="12700">
            <a:solidFill>
              <a:srgbClr val="7C3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64008"/>
          </a:xfrm>
          <a:prstGeom prst="rect">
            <a:avLst/>
          </a:prstGeom>
          <a:solidFill>
            <a:srgbClr val="D8392E"/>
          </a:solidFill>
          <a:ln w="12700">
            <a:solidFill>
              <a:srgbClr val="D839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64008"/>
          </a:xfrm>
          <a:prstGeom prst="rect">
            <a:avLst/>
          </a:prstGeom>
          <a:solidFill>
            <a:srgbClr val="F0A82E"/>
          </a:solidFill>
          <a:ln w="12700">
            <a:solidFill>
              <a:srgbClr val="F0A8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64008"/>
          </a:xfrm>
          <a:prstGeom prst="rect">
            <a:avLst/>
          </a:prstGeom>
          <a:solidFill>
            <a:srgbClr val="D83A6D"/>
          </a:solidFill>
          <a:ln w="12700">
            <a:solidFill>
              <a:srgbClr val="D83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64008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6400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64008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Meeting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02920" y="868680"/>
            <a:ext cx="26060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6A1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868680"/>
            <a:ext cx="2606040" cy="73152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17320" y="1005840"/>
            <a:ext cx="777240" cy="777240"/>
          </a:xfrm>
          <a:prstGeom prst="ellipse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94360" y="19019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194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[Day, Month DD, YYYY]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37560" y="868680"/>
            <a:ext cx="26060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BB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868680"/>
            <a:ext cx="2606040" cy="73152"/>
          </a:xfrm>
          <a:prstGeom prst="rect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1005840"/>
            <a:ext cx="777240" cy="777240"/>
          </a:xfrm>
          <a:prstGeom prst="ellipse">
            <a:avLst/>
          </a:prstGeom>
          <a:solidFill>
            <a:srgbClr val="2BB8D4"/>
          </a:solidFill>
          <a:ln w="12700">
            <a:solidFill>
              <a:srgbClr val="2BB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29000" y="19019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194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[Start time — End time]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868680"/>
            <a:ext cx="26060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D8C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868680"/>
            <a:ext cx="2606040" cy="73152"/>
          </a:xfrm>
          <a:prstGeom prst="rect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1005840"/>
            <a:ext cx="777240" cy="777240"/>
          </a:xfrm>
          <a:prstGeom prst="ellipse">
            <a:avLst/>
          </a:prstGeom>
          <a:solidFill>
            <a:srgbClr val="4D8C5C"/>
          </a:solidFill>
          <a:ln w="12700">
            <a:solidFill>
              <a:srgbClr val="4D8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263640" y="19019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194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[Room / Building / Address]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3200400"/>
            <a:ext cx="8229600" cy="1572768"/>
          </a:xfrm>
          <a:prstGeom prst="rect">
            <a:avLst/>
          </a:prstGeom>
          <a:solidFill>
            <a:srgbClr val="F5ED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00400"/>
            <a:ext cx="73152" cy="1572768"/>
          </a:xfrm>
          <a:prstGeom prst="rect">
            <a:avLst/>
          </a:prstGeom>
          <a:solidFill>
            <a:srgbClr val="E26A1F"/>
          </a:solidFill>
          <a:ln w="12700">
            <a:solidFill>
              <a:srgbClr val="E26A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" y="36576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posted on ParentSquare one week before the meeting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agenda items to president@monroepta.org by [deadline]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Monroe families and staff are welcome to attend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Monroe Elementary PTA — General Meeting</dc:title>
  <dc:subject>PptxGenJS Presentation</dc:subject>
  <dc:creator>PptxGenJS</dc:creator>
  <cp:lastModifiedBy>PptxGenJS</cp:lastModifiedBy>
  <cp:revision>1</cp:revision>
  <dcterms:created xsi:type="dcterms:W3CDTF">2026-05-21T05:10:28Z</dcterms:created>
  <dcterms:modified xsi:type="dcterms:W3CDTF">2026-05-21T05:10:28Z</dcterms:modified>
</cp:coreProperties>
</file>